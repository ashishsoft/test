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Copilot Chat for ETL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Use AI chat to help with SQL / ETL work, even for beginners</a:t>
            </a:r>
          </a:p>
          <a:p>
            <a:pPr/>
            <a:r>
              <a:t>Focus today: Ask, Edit, Agent modes + simple prompt tricks</a:t>
            </a:r>
          </a:p>
          <a:p>
            <a:pPr/>
            <a:r>
              <a:t>No Python needed – we will work with SQL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you see Copilot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Available in IDEs like VS Code, SSMS, Visual Studio</a:t>
            </a:r>
          </a:p>
          <a:p>
            <a:pPr/>
            <a:r>
              <a:t>Opens as a side chat window inside your editor</a:t>
            </a:r>
          </a:p>
          <a:p>
            <a:pPr/>
            <a:r>
              <a:t>Understands the files open in your workspace</a:t>
            </a:r>
          </a:p>
          <a:p>
            <a:pPr/>
            <a:r>
              <a:t>Works with natural language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main chat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mode – ask questions and get answers in chat</a:t>
            </a:r>
          </a:p>
          <a:p>
            <a:pPr/>
            <a:r>
              <a:t>Edit mode – let Copilot rewrite or improve selected code</a:t>
            </a:r>
          </a:p>
          <a:p>
            <a:pPr/>
            <a:r>
              <a:t>Agent mode – let Copilot work across multiple files/tasks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mode – when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want an explanation of a query or concept</a:t>
            </a:r>
          </a:p>
          <a:p>
            <a:pPr/>
            <a:r>
              <a:t>You want Copilot to write a new query from your description</a:t>
            </a:r>
          </a:p>
          <a:p>
            <a:pPr/>
            <a:r>
              <a:t>You want help debugging an error message</a:t>
            </a:r>
          </a:p>
          <a:p>
            <a:pPr/>
            <a:r>
              <a:t>You want ideas: better indexes, filters, or joins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mode – example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this SQL query step by step for a beginner</a:t>
            </a:r>
          </a:p>
          <a:p>
            <a:pPr/>
            <a:r>
              <a:t>Write a query on sales(order_id, amount, order_date) to get daily totals</a:t>
            </a:r>
          </a:p>
          <a:p>
            <a:pPr/>
            <a:r>
              <a:t>What is the difference between INNER JOIN and LEFT JOIN?</a:t>
            </a:r>
          </a:p>
          <a:p>
            <a:pPr/>
            <a:r>
              <a:t>Suggest indexes to speed up this query on a large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Edit mode – when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already have code and want it rewritten or improved</a:t>
            </a:r>
          </a:p>
          <a:p>
            <a:pPr/>
            <a:r>
              <a:t>You want better formatting and naming without changing logic</a:t>
            </a:r>
          </a:p>
          <a:p>
            <a:pPr/>
            <a:r>
              <a:t>You want Copilot to add comments or logging to existing scripts</a:t>
            </a:r>
          </a:p>
          <a:p>
            <a:pPr/>
            <a:r>
              <a:t>You want the same logic adapted to a slightly different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Edit mode – example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 a query → ask: 'Rewrite this for better readability and consistent aliases'</a:t>
            </a:r>
          </a:p>
          <a:p>
            <a:pPr/>
            <a:r>
              <a:t>Select a stored procedure → ask: 'Add clear comments for each step'</a:t>
            </a:r>
          </a:p>
          <a:p>
            <a:pPr/>
            <a:r>
              <a:t>Select a script → ask: 'Refactor this to avoid SELECT * and list columns'</a:t>
            </a:r>
          </a:p>
          <a:p>
            <a:pPr/>
            <a:r>
              <a:t>Select a query → ask: 'Add error handling for missing table or column'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mode – when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want Copilot to help across multiple files in a project</a:t>
            </a:r>
          </a:p>
          <a:p>
            <a:pPr/>
            <a:r>
              <a:t>You want to find and update similar patterns in many scripts</a:t>
            </a:r>
          </a:p>
          <a:p>
            <a:pPr/>
            <a:r>
              <a:t>You want to scaffold a new ETL script using existing patterns</a:t>
            </a:r>
          </a:p>
          <a:p>
            <a:pPr/>
            <a:r>
              <a:t>You are comfortable reviewing and accepting code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mode – example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Scan this folder and list queries that use SELECT *</a:t>
            </a:r>
          </a:p>
          <a:p>
            <a:pPr/>
            <a:r>
              <a:t>Create a new script similar to script_A.sql but for table_B</a:t>
            </a:r>
          </a:p>
          <a:p>
            <a:pPr/>
            <a:r>
              <a:t>Find all procedures that update customer table and summarize the logic</a:t>
            </a:r>
          </a:p>
          <a:p>
            <a:pPr/>
            <a:r>
              <a:t>Generate a new daily load script using the style of these two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Slash commands in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Type '/' in chat to see commands like /explain, /fix, /optimize</a:t>
            </a:r>
          </a:p>
          <a:p>
            <a:pPr/>
            <a:r>
              <a:t>Use /explain on a complex query or stored procedure</a:t>
            </a:r>
          </a:p>
          <a:p>
            <a:pPr/>
            <a:r>
              <a:t>Use /fix with an error message or failing script</a:t>
            </a:r>
          </a:p>
          <a:p>
            <a:pPr/>
            <a:r>
              <a:t>Use /optimize on a slow query with joins and aggregates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pattern 1 – Write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Structure: 'Write a SQL query that [business need] on table [name](columns...) with [conditions]'</a:t>
            </a:r>
          </a:p>
          <a:p>
            <a:pPr/>
            <a:r>
              <a:t>Example: 'Write a query on sales(order_id, amount, order_date, region) to show total amount per region for last 7 days'</a:t>
            </a:r>
          </a:p>
          <a:p>
            <a:pPr/>
            <a:r>
              <a:t>Be specific about columns, filters, and sorting</a:t>
            </a:r>
          </a:p>
          <a:p>
            <a:pPr/>
            <a:r>
              <a:t>Ask follow‑up: 'Now add a filter for India region only'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pattern 2 – Explain &amp; improve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Structure: 'Explain this for a beginner and then suggest a clearer version'</a:t>
            </a:r>
          </a:p>
          <a:p>
            <a:pPr/>
            <a:r>
              <a:t>Use on existing SQL from production or staging layer</a:t>
            </a:r>
          </a:p>
          <a:p>
            <a:pPr/>
            <a:r>
              <a:t>Good for learning and cleaning old scripts</a:t>
            </a:r>
          </a:p>
          <a:p>
            <a:pPr/>
            <a:r>
              <a:t>Ask follow‑up: 'Add comments so a new joiner can understand'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pattern 3 – Review (reverse)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Reverse prompt = ask Copilot what is missing instead of what to write</a:t>
            </a:r>
          </a:p>
          <a:p>
            <a:pPr/>
            <a:r>
              <a:t>Example: 'Review this query and tell me what questions I should ask the business user'</a:t>
            </a:r>
          </a:p>
          <a:p>
            <a:pPr/>
            <a:r>
              <a:t>Helps juniors think about requirements and edge cases</a:t>
            </a:r>
          </a:p>
          <a:p>
            <a:pPr/>
            <a:r>
              <a:t>Can also ask: 'What can go wrong if I run this daily?'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pattern 4 – Step‑by‑step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for steps first, code later</a:t>
            </a:r>
          </a:p>
          <a:p>
            <a:pPr/>
            <a:r>
              <a:t>Example: 'Explain step by step how to build a daily sales summary query, then give the final SQL'</a:t>
            </a:r>
          </a:p>
          <a:p>
            <a:pPr/>
            <a:r>
              <a:t>Useful when learning a new concept like window functions</a:t>
            </a:r>
          </a:p>
          <a:p>
            <a:pPr/>
            <a:r>
              <a:t>You see the reasoning, not just final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pattern 5 – Role‑based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 Copilot a role in the prompt</a:t>
            </a:r>
          </a:p>
          <a:p>
            <a:pPr/>
            <a:r>
              <a:t>Example: 'You are a senior SQL developer. Simplify this query for readability'</a:t>
            </a:r>
          </a:p>
          <a:p>
            <a:pPr/>
            <a:r>
              <a:t>Example: 'You are a performance expert. Suggest improvements for large tables'</a:t>
            </a:r>
          </a:p>
          <a:p>
            <a:pPr/>
            <a:r>
              <a:t>Role hints often produce more focused answers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 trick 1 – Example‑first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Paste small example input and desired output tables</a:t>
            </a:r>
          </a:p>
          <a:p>
            <a:pPr/>
            <a:r>
              <a:t>Ask: 'Write a query that transforms input to output exactly'</a:t>
            </a:r>
          </a:p>
          <a:p>
            <a:pPr/>
            <a:r>
              <a:t>Great for tricky business logic like status changes or SCD</a:t>
            </a:r>
          </a:p>
          <a:p>
            <a:pPr/>
            <a:r>
              <a:t>Makes your intent very clear to Copilot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 trick 2 – Template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Copilot to create reusable templates for common tasks</a:t>
            </a:r>
          </a:p>
          <a:p>
            <a:pPr/>
            <a:r>
              <a:t>Example: 'Create a template for daily incremental load script with comments'</a:t>
            </a:r>
          </a:p>
          <a:p>
            <a:pPr/>
            <a:r>
              <a:t>Store good prompts and answers in a shared team wiki</a:t>
            </a:r>
          </a:p>
          <a:p>
            <a:pPr/>
            <a:r>
              <a:t>Reuse and adapt instead of starting from scratch every time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 trick 3 – Compare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for multiple options and then choose</a:t>
            </a:r>
          </a:p>
          <a:p>
            <a:pPr/>
            <a:r>
              <a:t>Example: 'Give me two different ways to write this aggregate query'</a:t>
            </a:r>
          </a:p>
          <a:p>
            <a:pPr/>
            <a:r>
              <a:t>Follow‑up: 'Which one will perform better on 100M rows and why?'</a:t>
            </a:r>
          </a:p>
          <a:p>
            <a:pPr/>
            <a:r>
              <a:t>Helps you learn trade‑offs, not just syntax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 trick 4 – Error‑driven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Paste the exact error message with the query</a:t>
            </a:r>
          </a:p>
          <a:p>
            <a:pPr/>
            <a:r>
              <a:t>Ask: 'Explain this error and show a fixed version'</a:t>
            </a:r>
          </a:p>
          <a:p>
            <a:pPr/>
            <a:r>
              <a:t>Follow‑up: 'How could I avoid this error in future?'</a:t>
            </a:r>
          </a:p>
          <a:p>
            <a:pPr/>
            <a:r>
              <a:t>Teaches both fix and prevention in one go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 trick 5 – Checklist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Copilot for a checklist instead of code</a:t>
            </a:r>
          </a:p>
          <a:p>
            <a:pPr/>
            <a:r>
              <a:t>Example: 'Give me a checklist to review before running this ETL script in production'</a:t>
            </a:r>
          </a:p>
          <a:p>
            <a:pPr/>
            <a:r>
              <a:t>Example: 'List performance checks I should do for this query'</a:t>
            </a:r>
          </a:p>
          <a:p>
            <a:pPr/>
            <a:r>
              <a:t>Use the checklist to review your own work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Dos and don'ts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Do: read and understand answers before running in production</a:t>
            </a:r>
          </a:p>
          <a:p>
            <a:pPr/>
            <a:r>
              <a:t>Do: test on small data or non‑prod first</a:t>
            </a:r>
          </a:p>
          <a:p>
            <a:pPr/>
            <a:r>
              <a:t>Don't: paste passwords or secrets into chat</a:t>
            </a:r>
          </a:p>
          <a:p>
            <a:pPr/>
            <a:r>
              <a:t>Don't: trust performance or security blindly – review with a senior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practice after this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Pick one existing SQL script and clean it using Ask and Edit modes</a:t>
            </a:r>
          </a:p>
          <a:p>
            <a:pPr/>
            <a:r>
              <a:t>Try at least three prompt patterns on real ETL logic</a:t>
            </a:r>
          </a:p>
          <a:p>
            <a:pPr/>
            <a:r>
              <a:t>Save your best prompts in a shared team document</a:t>
            </a:r>
          </a:p>
          <a:p>
            <a:pPr/>
            <a:r>
              <a:t>Ask seniors which prompts worked well for them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