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349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16059" y="1421110"/>
            <a:ext cx="411188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400"/>
              </a:lnSpc>
              <a:buNone/>
            </a:pPr>
            <a:r>
              <a:rPr lang="en-US" sz="45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4500" dirty="0"/>
          </a:p>
        </p:txBody>
      </p:sp>
      <p:sp>
        <p:nvSpPr>
          <p:cNvPr id="3" name="Text 1"/>
          <p:cNvSpPr/>
          <p:nvPr/>
        </p:nvSpPr>
        <p:spPr>
          <a:xfrm>
            <a:off x="3583954" y="2259310"/>
            <a:ext cx="1976092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150"/>
              </a:lnSpc>
              <a:buNone/>
            </a:pPr>
            <a:r>
              <a:rPr lang="en-US" sz="2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ETL Teams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3374971" y="2964160"/>
            <a:ext cx="239396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Better Code. Faster.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407558" y="3535660"/>
            <a:ext cx="2328785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30-Minute Workshop | Your Data Team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GitHub Copilot?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60"/>
            <a:ext cx="7620000" cy="200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coding assistant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trained on billions of lines of code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entire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functions, classes, tests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documentation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Integrates with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Code, SSMS, PyCharm, JetBrains IDEs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Python, SQL, Bash, JavaScript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more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your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style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you use it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661"/>
            <a:ext cx="7924800" cy="124956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499222"/>
            <a:ext cx="7924800" cy="124956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748783"/>
            <a:ext cx="7924800" cy="1249561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 for ETL Teams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1554461"/>
            <a:ext cx="746150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Speed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981101"/>
            <a:ext cx="746150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ETL pipelines in minutes, not hours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804022"/>
            <a:ext cx="746150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Accuracy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30662"/>
            <a:ext cx="746150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errors in SQL, Python, Bash scripts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053583"/>
            <a:ext cx="746150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Documentation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4480223"/>
            <a:ext cx="7461504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Auto-generate tests and docstrings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Copilot Works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61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context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open files and imports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your style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existing code patterns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completions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you type or use Chat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accept |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dismiss | </a:t>
            </a: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Ctrl+Enter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alternatives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09600" y="3055441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More context = Better suggestions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661"/>
            <a:ext cx="7924800" cy="1055886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534148"/>
            <a:ext cx="7924800" cy="1055886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3818632"/>
            <a:ext cx="7924800" cy="1055886"/>
          </a:xfrm>
          <a:prstGeom prst="rect">
            <a:avLst/>
          </a:prstGeom>
          <a:solidFill>
            <a:srgbClr val="1E293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Types of Suggestions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838200" y="1478261"/>
            <a:ext cx="761695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Completion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38200" y="1874341"/>
            <a:ext cx="7616952" cy="20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9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typing → Copilot suggests full implementation</a:t>
            </a:r>
            <a:endParaRPr lang="en-US" sz="1140" dirty="0"/>
          </a:p>
        </p:txBody>
      </p:sp>
      <p:sp>
        <p:nvSpPr>
          <p:cNvPr id="8" name="Text 6"/>
          <p:cNvSpPr/>
          <p:nvPr/>
        </p:nvSpPr>
        <p:spPr>
          <a:xfrm>
            <a:off x="838200" y="2762748"/>
            <a:ext cx="761695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Comment-to-Code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38200" y="3158828"/>
            <a:ext cx="7616952" cy="20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9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descriptive comments → Code generates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838200" y="4047232"/>
            <a:ext cx="761695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38200" y="4443315"/>
            <a:ext cx="7616952" cy="202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596"/>
              </a:lnSpc>
              <a:buNone/>
            </a:pPr>
            <a:r>
              <a:rPr lang="en-US" sz="114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about code and optimization</a:t>
            </a:r>
            <a:endParaRPr lang="en-US" sz="11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60091"/>
            <a:ext cx="7924800" cy="926604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1: SQL - Slowly Changing Dimensions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173461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prompt: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00100" y="1512491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Merge customer_landing into customer_dim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800100" y="1719760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Update existing records with end_date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800100" y="1927027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Insert new records with is_current = True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09600" y="243909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Complete MERGE statement with proper SCD logic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60091"/>
            <a:ext cx="7924800" cy="926604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2: Python - Data Validation Function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173461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 prompt: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00100" y="1512491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Validate: null % &lt; 5%, numeric range check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800100" y="1719760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 results with timestamp and metrics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800100" y="1927027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Return validation report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609600" y="243909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Function with validation logic, error handling, and logging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360091"/>
            <a:ext cx="7924800" cy="512068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3: Bash Script Optimization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09600" y="1173461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Chat: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00100" y="1512491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"Optimize this script and explain improvements"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609600" y="2024560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2287391"/>
            <a:ext cx="7620000" cy="948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error handling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variable naming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optimizations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Crafting Effective Prompts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173463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BAD: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"write code", "etl function"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143629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86EF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GOOD:</a:t>
            </a: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"Create Python function to validate CSV headers against schema"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09600" y="185152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Formula: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211435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[Action] + [Specific Details] + [Context] + [Output Format]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73463"/>
            <a:ext cx="7924800" cy="1548408"/>
          </a:xfrm>
          <a:prstGeom prst="rect">
            <a:avLst/>
          </a:prstGeom>
          <a:solidFill>
            <a:srgbClr val="334155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Prompt Example for ETL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00100" y="1325863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a Python function that: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800100" y="1533130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Reads Parquet from /data/landing/</a:t>
            </a:r>
            <a:endParaRPr lang="en-US" sz="1020" dirty="0"/>
          </a:p>
        </p:txBody>
      </p:sp>
      <p:sp>
        <p:nvSpPr>
          <p:cNvPr id="6" name="Text 4"/>
          <p:cNvSpPr/>
          <p:nvPr/>
        </p:nvSpPr>
        <p:spPr>
          <a:xfrm>
            <a:off x="800100" y="1740396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Checks for NULLs in [customer_id, email]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800100" y="1947667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Writes valid records to staging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800100" y="2154934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Logs validation metrics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800100" y="2362200"/>
            <a:ext cx="7733538" cy="207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32"/>
              </a:lnSpc>
              <a:buNone/>
            </a:pPr>
            <a:r>
              <a:rPr lang="en-US" sz="1020" dirty="0">
                <a:solidFill>
                  <a:srgbClr val="86EFA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pandas and logging modules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09600" y="2874271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Specific, actionable, expected output clear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249663"/>
            <a:ext cx="7924800" cy="215622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3405885"/>
            <a:ext cx="7924800" cy="2156222"/>
          </a:xfrm>
          <a:prstGeom prst="rect">
            <a:avLst/>
          </a:prstGeom>
          <a:solidFill>
            <a:srgbClr val="1E293B"/>
          </a:solidFill>
          <a:ln/>
          <a:effectLst>
            <a:outerShdw blurRad="152400" dist="76200" dir="5400000" algn="bl" rotWithShape="0">
              <a:srgbClr val="000000">
                <a:alpha val="20000"/>
              </a:srgbClr>
            </a:outerShdw>
          </a:effectLst>
        </p:spPr>
        <p:txBody>
          <a:bodyPr wrap="non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= Better Results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38200" y="1478263"/>
            <a:ext cx="761695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6EF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 THIS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8200" y="1874341"/>
            <a:ext cx="7467600" cy="130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related files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imports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descriptive comments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data examples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8200" y="3634485"/>
            <a:ext cx="761695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AVOID THIS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38200" y="4030563"/>
            <a:ext cx="7467600" cy="1302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Vague requirements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jargon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schema context</a:t>
            </a:r>
            <a:endParaRPr lang="en-US" sz="1050" dirty="0"/>
          </a:p>
          <a:p>
            <a:pPr marL="342900" indent="-342900">
              <a:lnSpc>
                <a:spcPts val="1890"/>
              </a:lnSpc>
              <a:buSzPct val="100000"/>
              <a:buChar char="•"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examples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Verify Generated Code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173463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Parameterized queries, join logic, indexes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Edge cases, error handling, performance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hardcoded credentials, proper auth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Partitioning, memory usage for large tables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Excels At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173463"/>
            <a:ext cx="7620000" cy="2422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Boilerplate code (loading, connection setup)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Standard transformations (filters, aggregations, pivots)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Unit tests and documentation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Refactoring legacy code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SQL optimization suggestions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Error handling patterns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Review Carefully For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173463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Complex business logic (verify against requirements)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Security-sensitive operations (auth, encryption)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Performance-critical code (always benchmark)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Data quality rules (must match your SLAs)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Productivity Tips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173463"/>
            <a:ext cx="7620000" cy="200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 functions with clear comments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Copilot Chat for SQL optimization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Generate tests alongside code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Press Ctrl+Enter for alternatives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Ask for documentation generation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Keyboard Shortcuts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249663"/>
            <a:ext cx="8083296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Suggestion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600" y="1539180"/>
            <a:ext cx="8083296" cy="217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Accept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9600" y="1756470"/>
            <a:ext cx="8083296" cy="217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Dismiss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" y="1973759"/>
            <a:ext cx="8083296" cy="217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Alternatives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09600" y="2191048"/>
            <a:ext cx="8083296" cy="21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Help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09600" y="2480574"/>
            <a:ext cx="8083296" cy="217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Chat (VS Code)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9600" y="2697863"/>
            <a:ext cx="8083296" cy="217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Chat (SSMS)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Use Case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173463"/>
            <a:ext cx="8083296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90"/>
              </a:lnSpc>
              <a:buNone/>
            </a:pPr>
            <a:r>
              <a:rPr lang="en-US" sz="13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Scenario:</a:t>
            </a: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Modernizing legacy ETL scripts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4400" y="1565877"/>
            <a:ext cx="7620000" cy="1577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Shell → Python with Copilot Chat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error handling and logging automatically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unit tests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 for maintainability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09600" y="329545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 40% faster modernization, better code quality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First Steps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914400" y="1249663"/>
            <a:ext cx="7620000" cy="2000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Copilot in your IDE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on simple task (data loading function)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generated code carefully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with different prompts</a:t>
            </a:r>
            <a:endParaRPr lang="en-US" sz="1350" dirty="0"/>
          </a:p>
          <a:p>
            <a:pPr marL="342900" indent="-342900">
              <a:lnSpc>
                <a:spcPts val="2430"/>
              </a:lnSpc>
              <a:buSzPct val="100000"/>
              <a:buChar char="•"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wins with the team 🎉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609600"/>
            <a:ext cx="8083296" cy="41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Questions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09600" y="1173463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Works with our firewall?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09600" y="143629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Yes, integrates directly in VS Code, SSMS, PyCharm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09600" y="1622924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Works with internal schemas?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09600" y="188575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Best when schema defined in comments/visible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9600" y="2072385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Airflow DAG generation?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9600" y="2335216"/>
            <a:ext cx="8083296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Yes! Describe pipeline, Copilot generates DAG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89353" y="1645946"/>
            <a:ext cx="2565196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320"/>
              </a:lnSpc>
              <a:buNone/>
            </a:pPr>
            <a:r>
              <a:rPr lang="en-US" sz="3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3050311" y="2423127"/>
            <a:ext cx="30432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make ETL development faster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533352" y="2766027"/>
            <a:ext cx="2077295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9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more efficient together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94255" y="3310830"/>
            <a:ext cx="1555391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7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to code faster? 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772</Words>
  <Application>Microsoft Office PowerPoint</Application>
  <PresentationFormat>On-screen Show (16:9)</PresentationFormat>
  <Paragraphs>148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Perplexity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Ashish Agarwal</cp:lastModifiedBy>
  <cp:revision>1</cp:revision>
  <dcterms:created xsi:type="dcterms:W3CDTF">2026-03-20T12:53:42Z</dcterms:created>
  <dcterms:modified xsi:type="dcterms:W3CDTF">2026-03-20T13:26:16Z</dcterms:modified>
</cp:coreProperties>
</file>