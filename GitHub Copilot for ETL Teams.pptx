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6059" y="1421110"/>
            <a:ext cx="41118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583954" y="2259310"/>
            <a:ext cx="19760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ETL Teams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374971" y="2964160"/>
            <a:ext cx="2393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Better Code. Faster.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07558" y="3535660"/>
            <a:ext cx="23287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Workshop | Your Data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GitHub Copilot?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coding assistant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trained on billions of lines of code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entire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functions, classes, tests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documentation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Code, SSMS, PyCharm, JetBrains IDEs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SQL, Bash, JavaScript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your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style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you use it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2495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99222"/>
            <a:ext cx="7924800" cy="12495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748783"/>
            <a:ext cx="7924800" cy="124956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for ETL Teams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61"/>
            <a:ext cx="7461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Speed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81101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ETL pipelines in minutes, not hours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804022"/>
            <a:ext cx="7461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Accuracy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30662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errors in SQL, Python, Bash scripts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53583"/>
            <a:ext cx="7461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Documentation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480223"/>
            <a:ext cx="746150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tests and docstrings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Copilot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context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open files and imports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your style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existing code patterns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completions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you type or use Chat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accept |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dismiss |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Ctrl+Enter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alternatives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305544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More context = Better suggestions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1"/>
            <a:ext cx="7924800" cy="105588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34148"/>
            <a:ext cx="7924800" cy="105588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18632"/>
            <a:ext cx="7924800" cy="105588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 of Suggestions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1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Completion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874341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typing → Copilot suggests full implementation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838200" y="2762748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Comment-to-Code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3158828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descriptive comments → Code generates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38200" y="4047232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443315"/>
            <a:ext cx="7616952" cy="20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about code and optimization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60091"/>
            <a:ext cx="7924800" cy="926604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1: SQL - Slowly Changing Dimensions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prompt: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0100" y="1512491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 customer_landing into customer_dim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00100" y="1719760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 existing records with end_date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00100" y="1927027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Insert new records with is_current = True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09600" y="243909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Complete MERGE statement with proper SCD logic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60091"/>
            <a:ext cx="7924800" cy="926604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2: Python - Data Validation Function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prompt: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0100" y="1512491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Validate: null % &lt; 5%, numeric range check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00100" y="1719760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 results with timestamp and metrics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00100" y="1927027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validation report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09600" y="243909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with validation logic, error handling, and logging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60091"/>
            <a:ext cx="7924800" cy="512068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3: Bash Script Optimization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0100" y="1512491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"Optimize this script and explain improvements"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09600" y="2024560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87391"/>
            <a:ext cx="7620000" cy="94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error handling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variable naming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Crafting Effective Prompts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"write code", "etl function"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1436294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GOOD: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"Create Python function to validate CSV headers against schema"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851524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11435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[Action] + [Specific Details] + [Context] + [Output Format]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63"/>
            <a:ext cx="7924800" cy="1548408"/>
          </a:xfrm>
          <a:prstGeom prst="rect">
            <a:avLst/>
          </a:prstGeom>
          <a:solidFill>
            <a:srgbClr val="33415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Prompt Example for ETL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0100" y="1325863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Python function that: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800100" y="1533130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Reads Parquet from /data/landing/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800100" y="1740396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Checks for NULLs in [customer_id, email]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00100" y="1947667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Writes valid records to staging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800100" y="2154934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Logs validation metrics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00100" y="2362200"/>
            <a:ext cx="7733538" cy="2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pandas and logging modules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09600" y="287427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Specific, actionable, expected output clear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63"/>
            <a:ext cx="7924800" cy="215622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405885"/>
            <a:ext cx="7924800" cy="215622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= Better Results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63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 THIS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874341"/>
            <a:ext cx="7467600" cy="130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related files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imports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descriptive comments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data examples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8200" y="3634485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AVOID THIS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4030563"/>
            <a:ext cx="7467600" cy="130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requirements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jargon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schema context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examples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 Generated Code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Parameterized queries, join logic, indexes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Edge cases, error handling, performance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hardcoded credentials, proper auth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Partitioning, memory usage for large tables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Excels 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24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Boilerplate code (loading, connection setup)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Standard transformations (filters, aggregations, pivots)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Unit tests and documentation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Refactoring legacy code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SQL optimization suggestions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Error handling patterns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Review Carefully For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Complex business logic (verify against requirements)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Security-sensitive operations (auth, encryption)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Performance-critical code (always benchmark)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Data quality rules (must match your SLAs)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Productivity Tips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1734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functions with clear comments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Copilot Chat for SQL optimization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tests alongside code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Press Ctrl+Enter for alternatives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 for documentation generation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Keyboard Shortcuts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539180"/>
            <a:ext cx="8083296" cy="21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Accept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756470"/>
            <a:ext cx="8083296" cy="21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Dismiss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973759"/>
            <a:ext cx="8083296" cy="21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Alternatives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191048"/>
            <a:ext cx="808329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&amp; Help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480574"/>
            <a:ext cx="8083296" cy="21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Chat (VS Code)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697863"/>
            <a:ext cx="8083296" cy="217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Chat (SSMS)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Modernizing legacy ETL scripts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877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Shell → Python with Copilot Chat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error handling and logging automatically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unit tests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for maintainability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29545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40% faster modernization, better code quality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Copilot in your IDE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on simple task (data loading function)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generated code carefully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with different prompts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wins with the team 🎉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6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Works with our firewall?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1436294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Yes, integrates directly in VS Code, SSMS, PyCharm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622924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Works with internal schemas?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188575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Best when schema defined in comments/visible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600" y="207238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Airflow DAG generation?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600" y="2335216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Yes! Describe pipeline, Copilot generates DAG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353" y="1645946"/>
            <a:ext cx="256519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050311" y="2423127"/>
            <a:ext cx="3043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make ETL development faster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533352" y="2766027"/>
            <a:ext cx="2077295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more efficient together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794255" y="3310830"/>
            <a:ext cx="155539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code faster? 🚀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2026-03-20T12:53:42Z</dcterms:created>
  <dcterms:modified xsi:type="dcterms:W3CDTF">2026-03-20T12:53:42Z</dcterms:modified>
</cp:coreProperties>
</file>